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2E4A7F"/>
                </a:solidFill>
              </a:rPr>
              <a:t>Physical-Mode Activation in Open-Source 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</a:rPr>
              <a:t>When does an open-source VLM stop seeing a circle as geometry and start seeing it as a ball?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Mechanistic interpretability + behavioral psychophysics on Qwen2.5-VL / LLaVA-1.5 / LLaVA-Next / Idefics2 / InternVL3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Review draft  · 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From the project plan (references/project.md §1)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333333"/>
                </a:solidFill>
              </a:rPr>
              <a:t>• Above what visual-cue threshold does an open-source VLM stop processing an abstract circle as geometry and start processing it as a physical object?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Two layers of measurement: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Behavior: PMR (physics-mode reading rate) / GAR (gravity-align rate) / RC (response consistency).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Mechanism: vision-encoder probe AUC, LM logit lens, causal patching + VTI steering + SAE intervention.</a:t>
            </a:r>
          </a:p>
        </p:txBody>
      </p:sp>
      <p:pic>
        <p:nvPicPr>
          <p:cNvPr id="6" name="Picture 5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3657600"/>
            <a:ext cx="24688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092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line/blank/none
(most abstract)</a:t>
            </a:r>
          </a:p>
        </p:txBody>
      </p:sp>
      <p:pic>
        <p:nvPicPr>
          <p:cNvPr id="8" name="Picture 7" descr="02_line_ground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7" y="3657600"/>
            <a:ext cx="246888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8124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line/ground/none
(+ ground line)</a:t>
            </a:r>
          </a:p>
        </p:txBody>
      </p:sp>
      <p:pic>
        <p:nvPicPr>
          <p:cNvPr id="10" name="Picture 9" descr="03_shaded_groun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67" y="3657600"/>
            <a:ext cx="246888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156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shaded/ground/none
(3D ball + ground)</a:t>
            </a:r>
          </a:p>
        </p:txBody>
      </p:sp>
      <p:pic>
        <p:nvPicPr>
          <p:cNvPr id="12" name="Picture 11" descr="04_textured_ground_arrow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887" y="3657600"/>
            <a:ext cx="2468880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0188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textured/ground/
arrow_shadow
(max cue)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three paper-grade 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>
                <a:solidFill>
                  <a:srgbClr val="333333"/>
                </a:solidFill>
              </a:rPr>
              <a:t>• Open-source VLMs DO read minimal synthetic stimuli as physical, but the reading is determined at the architecture level (joint encoder + LM) — not at the encoder representational level.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Every encoder linearly separates physics-vs-abstract factorial cells at AUC = 1.0 — encoder discriminability is uniform.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Behavioral PMR ranges 0.18 → 0.92 across 5 models on identical stim. The 2-CLIP-point comparison (LLaVA-1.5 0.18 vs LLaVA-Next 0.70) rules out vision-encoder-family as the sole driver.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v_L10 — a single LM-layer-10 direction in Qwen2.5-VL — causally flips behavior under runtime steering AND is encodable in the image (pixel-space gradient ascent → §4.6).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Real photographs compress the encoder gap (all 5 models converge to PMR 0.18-0.67) and halve the label-driven H7 effect — image-prior dominates label-prior on rich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Headline figure: 5-model × 3-stim PMR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'paper Table 1' visual</a:t>
            </a:r>
          </a:p>
        </p:txBody>
      </p:sp>
      <p:pic>
        <p:nvPicPr>
          <p:cNvPr id="5" name="Picture 4" descr="session_5model_cross_stim_p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4193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Mean PMR(_nolabel) ± 95% bootstrap CI per (model × stim source). Encoder-family split on synthetic stim collapses on real photos.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5 sub-tasks, 3 metrics, 3 stim sources, 5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1 (PhysCue): behavioral thresholds on a 5-axis factorial.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2 (vision probing): linear probe on encoder activations.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3 (LM logit lens): per-layer probe at visual tokens.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4 (causal): VTI steering (M5a) + SIP/SAE (M5b deferred).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5 (cross-model): 5 VLMs on M8a/M8d/M8c stim.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43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PMR — fraction of responses that name a physical event ("falls", "rolls"). Rule-based scorer, ~5% disagreement vs. hand-annotation.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GAR — gravity-align rate; subset of PMR with downward direction.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RC — response consistency across seeds at T=0.7.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657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Qwen2.5-VL-7B (SigLIP + Qwen2-7B)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LLaVA-1.5-7B (CLIP-ViT-L + Vicuna)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LLaVA-Next-7B (CLIP-ViT-L + Mistral-7B + AnyRes tiling)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Idefics2-8B (SigLIP-SO400M + Mistral-7B)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InternVL3-8B (InternViT + InternLM3-8B)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M2 stimulus design — 5-axis factorial (2880 stim)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object_level × bg_level × cue_level × event × seed</a:t>
            </a:r>
          </a:p>
        </p:txBody>
      </p:sp>
      <p:pic>
        <p:nvPicPr>
          <p:cNvPr id="5" name="Picture 4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line/blank/none</a:t>
            </a:r>
          </a:p>
        </p:txBody>
      </p:sp>
      <p:pic>
        <p:nvPicPr>
          <p:cNvPr id="7" name="Picture 6" descr="02_line_ground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18872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line/ground/none</a:t>
            </a:r>
          </a:p>
        </p:txBody>
      </p:sp>
      <p:pic>
        <p:nvPicPr>
          <p:cNvPr id="9" name="Picture 8" descr="03_shaded_groun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18872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shaded/ground/none</a:t>
            </a:r>
          </a:p>
        </p:txBody>
      </p:sp>
      <p:pic>
        <p:nvPicPr>
          <p:cNvPr id="11" name="Picture 10" descr="04_textured_ground_arrow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38328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textured/ground/arrow_shadow</a:t>
            </a:r>
          </a:p>
        </p:txBody>
      </p:sp>
      <p:pic>
        <p:nvPicPr>
          <p:cNvPr id="13" name="Picture 12" descr="05_filled_blank_w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38328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4612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filled/blank/wind</a:t>
            </a:r>
          </a:p>
        </p:txBody>
      </p:sp>
      <p:pic>
        <p:nvPicPr>
          <p:cNvPr id="15" name="Picture 14" descr="06_textured_blank_n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383280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textured/blank/none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M2 (this slide) is Qwen2.5-VL-only.
Each cell tested with 3 prompts:
• Open: "What will happen next?"
• Forced-choice (A/B/C/D)
• Label-free open: "What do you see?"
PMR is the rule-based scorer over the open response.
Cross-model generalization of M2's headlines lives in
M8a / M8d / M8c — see later slides.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M1 pilot — first behavioral curve (Qwen2.5-VL, 480 stim)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Established H1 partial / H2 strong / H4 / H5 / H6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Ground effect is the largest single-factor: blank 0.49 → ground 0.85 (+36 pp).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Abstraction endpoints: line 0.58 → textured 0.81 (H1 partial).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Arrow + shadow saturates at PMR = 1.000.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Wind cue invisible to the VLM (PMR ≈ baseline).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Open vs. forced-choice gap = 26 pp → strong language-prior dominance.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Headline findings:
H1: monotone S-curve confirmed (later in M2)
H2: "ball" label substantially boosts PMR
H4: open-vs-FC gap = stable signature of
    language-prior ↔ visual-evidence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M2 MVP-full — 2880-stim factorial (Qwen2.5-VL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H1 monotone S-curve confirmed; H7 emerged. Cross-model generalization of these headlines lives in M8a/M8d/M8c (later slides).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Monotone S-curve over object_level (FC)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0.583 &lt; 0.647 &lt; 0.711 &lt; 0.714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Open-vs-FC gap at every level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22-32 pp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cast_shadow alone &gt; none + 20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+17.5 pp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RC &lt; 1 cells exist (T&gt;0)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103/288 (36%)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LM activation safetensors captured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5 layers,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New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H1 S-curve cleanly confirmed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emerged: same image with circle/ball/planet → static / rolls / orbits the Sun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Open-ended PMR 0.93, abstract-reject 3/1440 — language-prior dominance reconfirmed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M3 vision-encoder probing — the 'boomerang'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Encoder knows, decoder gates (H-boomerang)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Encoder AUC ≈ 1.0 on every factorial axis from layer 3 onward.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Behavioral forced-choice PMR ranges 0.28 (no cue) to 0.95 (both) on the same images.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Per-object-level encoder AUC ~0.95 constant while behavior 0.58–0.71 → gap is largest at the most abstract end (line, +36 pp).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</a:rPr>
              <a:t>• → The information IS there; the LM is gating it. H-boomerang: 'encoder knows, decoder doesn't'.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Caveat: programmatic stim makes encoder AUC = 1.0 trivial. Photo-level extension is M8c.</a:t>
            </a:r>
          </a:p>
        </p:txBody>
      </p:sp>
      <p:pic>
        <p:nvPicPr>
          <p:cNvPr id="6" name="Picture 5" descr="encoder_swap_qwen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8606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M4 LM logit lens — per-layer visual-token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LM AUC plateaus at ~0.95 from L5; switching layer at L20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LM hidden state at visual-token positions linearly separates physics vs. abstract from L5 (AUC ~0.94, peak L20 = 0.953).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So the 'forgetting' is NOT during LM forward pass — the signal is preserved. The bottleneck is at the decoding head.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M4b (label-free null test, 2026-04-25): paired PMR(ball) − PMR(_nolabel) = +0.006 ≈ 0; PMR(circle) − PMR(_nolabel) = −0.065. On Qwen, the language-prior is asymmetric — circle override, not ball enhancement.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M4c forced-choice variant: confirms M4b under FC. LLaVA "A" greedy bias surfaces here too.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M5a VTI causal steering — 'physics-mode' direction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L10 α=40 flips 10/10 line/blank/none from 'D: abstract' to 'B: stays still'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Recipe: v_L = mean(h_L | PMR=1) − mean(h_L | PMR=0) from M2-captured activations. v_unit_L = v_L / ||v_L||.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Test: line/blank/none × 10 seeds × forced-choice with label = circle. Inject α · v_unit_L at LM layer L over visual-token positions.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Result: ONLY L10 α=40 flips behavior — 10/10 D→B. L15/20/25 don't move at the same α.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Interpretation: v_L10 is a 'physics-mode' linear direction. Early-mid LM layer is the causal sweet spot — H-locus supported.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M5a-ext Exp 3 revised this: v_L10 is a regime axis within physics-mode (+α → kinetic, −α → static), not a one-way activator.</a:t>
            </a:r>
          </a:p>
        </p:txBody>
      </p:sp>
      <p:pic>
        <p:nvPicPr>
          <p:cNvPr id="6" name="Picture 5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4572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The stim being steered. v_L10 flips this exact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M5a-ext — v_L10 is a bidirectional regime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Exp 1: ceiling. Exp 2: label flip. Exp 3: bidirectional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1 (textured/ground/both, near-ceiling baseline): −α has no effect. Initially framed as 'one-way activator'.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2 (line/blank/none × +α=40 with label = ball): the model switches B (static) → A (rolls / falls). Label selects regime when the steering direction is active.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3 (textured/blank/none, moderate baseline): −α=40 flips D → B uniformly across (line, textured) × (ball, circle).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Revised reading: both signs of α activate physics-mode. Sign selects regime: +α kinetic / −α static. Baseline D sits BELOW the |α| threshold, not at one end of the axis.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New hypothesis H-direction-bidirectional supersedes the original H-regime ('binary object-ness').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cross-model — 5 VLMs on the same stim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H-boomerang turns out to be Qwen-scoped; the architecture-level reframe takes its place</a:t>
            </a:r>
          </a:p>
        </p:txBody>
      </p:sp>
      <p:pic>
        <p:nvPicPr>
          <p:cNvPr id="5" name="Picture 4" descr="encoder_chai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3361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5-model encoder probe AUC chain (M8a stim). Non-CLIP cluster: AUC ≥ 0.88. CLIP-ViT-L (LLaVA-1.5 / LLaVA-Next): AUC 0.73 / 0.77.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r2 — H-encoder-saturation hypothesis introduced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LLaVA-1.5 vision encoder is the bottleneck on its end of the chain (AUC ~0.73 vs Qwen ~0.99)</a:t>
            </a:r>
          </a:p>
        </p:txBody>
      </p:sp>
      <p:pic>
        <p:nvPicPr>
          <p:cNvPr id="5" name="Picture 4" descr="encoder_swap_qwen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2029803"/>
          </a:xfrm>
          <a:prstGeom prst="rect">
            <a:avLst/>
          </a:prstGeom>
        </p:spPr>
      </p:pic>
      <p:pic>
        <p:nvPicPr>
          <p:cNvPr id="6" name="Picture 5" descr="encoder_swap_llava_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486400" cy="20298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Qwen2.5-VL SigLIP probe — saturated.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LLaVA-1.5 CLIP-ViT-L probe — unsaturated.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r3 + r4 — 4-model chain (Idefics2 + InternVL3)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3 distinct non-CLIP encoders cluster at AUC ≥ 0.89</a:t>
            </a:r>
          </a:p>
        </p:txBody>
      </p:sp>
      <p:pic>
        <p:nvPicPr>
          <p:cNvPr id="5" name="Picture 4" descr="encoder_chain_4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3351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4-model AUC chain: Qwen 0.88, LLaVA 0.77, Idefics2 0.93, InternVL3 0.89 (M8a-stim apples-to-apples). Only CLIP-ViT-L falls below the saturation cluster.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r6 — LLaVA-Next 5th model + 2nd CLIP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PMR 0.700 [0.65, 0.74] sits between LLaVA-1.5 floor and saturated cluster → encoder family ≠ sole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LLaVA-1.5 (CLIP-ViT-L + Vicuna): PMR(_nolabel) = 0.18.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LLaVA-Next (CLIP-ViT-L + Mistral + AnyRes tiling): PMR(_nolabel) = 0.70.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Same encoder family! 0.52-PMR jump rules out vision-encoder family as sole determinant.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4-axis confounded (AnyRes / projector / training / LM family) — can't isolate to LM. Architecture-level reframe.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H-encoder-saturation now reads: 'joint encoder + LM determines PMR ceiling', not 'encoder representational capacity alone'.</a:t>
            </a:r>
          </a:p>
        </p:txBody>
      </p:sp>
      <p:pic>
        <p:nvPicPr>
          <p:cNvPr id="6" name="Picture 5" descr="encoder_swap_llava_next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4114800" cy="1522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M8a — Non-circle synthetic shapes (5 shapes × 2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Strict scoring asymmetry IS the cross-shape validation of H-encoder-saturation</a:t>
            </a:r>
          </a:p>
        </p:txBody>
      </p:sp>
      <p:pic>
        <p:nvPicPr>
          <p:cNvPr id="5" name="Picture 4" descr="m8a_shap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7955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188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4A7F"/>
                </a:solidFill>
              </a:rPr>
              <a:t>Strict pre-registered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Qwen 1/4 PASS, LLaVA 4/4 PASS.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Saturated encoder → ceiling effect → no behavioral headroom.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Unsaturated encoder → all four signals (H1, H7, label, gravity) measurable.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H1 + H7 are now unsaturated-only.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Triangle 'wedge' + polygon 'polygon' = label-design weak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M8d — Non-ball physical-object categories (car / person / bird)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LLaVA 3/3 H7 PASS — strongest cross-category H7 evidence</a:t>
            </a:r>
          </a:p>
        </p:txBody>
      </p:sp>
      <p:pic>
        <p:nvPicPr>
          <p:cNvPr id="5" name="Picture 4" descr="m8d_full_scene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221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LLaVA: car +0.525, person +0.138, bird +0.550 on PMR_regime (physical − abstract).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Qwen: 0/3 binary H7 (ceiling-flat), but regime distribution shows figurine 17.5% static / statue 22.5% static.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New classify_regime keyword classifier — 5.6% hand-annotation error.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promoted from 'circle-only' to 'cross-category'.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M8c — Real photographs (60 photos × 5 categories)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Photos REDUCE Qwen PMR(_nolabel) 18-48 pp; encoder gap collapses on photos</a:t>
            </a:r>
          </a:p>
        </p:txBody>
      </p:sp>
      <p:pic>
        <p:nvPicPr>
          <p:cNvPr id="5" name="Picture 4" descr="m8c_phot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91693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 physical photo PMR drops 18-48 pp vs synthetic — synthetic-stim minimality is a co-factor of behavioral saturation.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 person photo PMR rises +39 pp vs synthetic — encoder finally recognizes humans.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All 3 models converge to PMR [0.18, 0.67] on photos.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 H7 partially holds on photos (2/4 binary).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H-encoder-saturation refined: 'encoder representation + input-context simplicity'.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§4.5 Cross-encoder swap — Idefics2 SigLIP-SO400M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Causal counterfactual at encoder family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Idefics2-8B (SigLIP-SO400M + Mistral-7B) on M8a: PMR(_nolabel) = 0.882. Patterns identically with Qwen on PMR + H7.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 (CLIP-ViT-L + Vicuna): 0.175 — outlier.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Encoder type (SigLIP vs CLIP) drives PMR ceiling regardless of LM (Qwen2-7B vs Mistral-7B).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3-point ladder: Qwen 0.838 / LLaVA 0.175 / Idefics2 0.882. Causally validates H-encoder-saturation at encoder family.</a:t>
            </a:r>
          </a:p>
        </p:txBody>
      </p:sp>
      <p:pic>
        <p:nvPicPr>
          <p:cNvPr id="6" name="Picture 5" descr="encoder_sw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297680" cy="1425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— VTI-reverse counterfactual stim (the flagship adversarial)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Pixel-space gradient ascent on Qwen2.5-VL pixel_values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Question: can a small pixel perturbation along v_L10 — WITHOUT runtime steering — flip Qwen2.5-VL from "circle stays static" to "circle falls"?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Method: gradient ascent on Qwen2.5-VL post-processor pixel_values (T_patches × 1176, the patch-flattened normalized representation), maximizing ⟨mean(h_L10[visual]), v_L10⟩. Adam, lr=1e-2, n_steps=200.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</a:rPr>
              <a:t>• Configurations on 5 baseline circle stim: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    bounded ε ∈ {0.05, 0.1, 0.2}, unconstrained, and 3 random unit directions at ε = 0.1 (matched magnitude).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result — 5/5 v_L10 flips at ε = 0.05; 0/15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Directional specificity falsifies 'any pixel perturbation flips PMR'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 flipped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Mean final projection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ε=0.05 (v_L10)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ε=0.10 (v_L10)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100.6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ε=0.20 (v_L10)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unconstrained (v_L10)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181.1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control random unit dir × 3 @ ε=0.10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 /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73-85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Random projections (~80) ≈ bounded ε=0.1 v_L10 (~101) — directional specificity, not magnitude, controls the regime flip.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Pre-registered success criterion was ≥ 3/5 — actual is unambiguous 5/5.</a:t>
            </a:r>
          </a:p>
        </p:txBody>
      </p:sp>
      <p:pic>
        <p:nvPicPr>
          <p:cNvPr id="7" name="Picture 6" descr="sec4_6_counterfactual_stim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297680" cy="2551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canonical seed — what the synthesized stim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ε = 0.05 introduces visible texture but preserves the abstract circle gestalt; introduces NO human-readable physical content</a:t>
            </a:r>
          </a:p>
        </p:txBody>
      </p:sp>
      <p:pic>
        <p:nvPicPr>
          <p:cNvPr id="5" name="Picture 4" descr="sec4_6_counterfactual_stim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191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baseline → ε=0.05 → ε=0.1 → unconstrained. The abstract circle gestalt is preserved through all bounded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M9 generalization audit — paper Table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3 models × 3 stim sources × 5000-iter bootstrap CIs</a:t>
            </a:r>
          </a:p>
        </p:txBody>
      </p:sp>
      <p:pic>
        <p:nvPicPr>
          <p:cNvPr id="5" name="Picture 4" descr="m9_table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702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Encoder family causally drives synthetic-stim PMR ceiling: non-CLIP CIs [0.80, 0.92] vs CLIP [0.14, 0.37] — fully separated.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Photos compress encoder gap: all 3 → [0.18, 0.67].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robust only LLaVA-on-synthetic.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H-LM-modulation flagged but not paper-defensible (Idefics2 M8d H7 CI just touches 0).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Replaces PASS/FAIL binarization with bootstrap CI separation.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§4.3 — Multilingual label switching (Korean / Japanese / Chinese)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5 VLMs × 2 non-English languages on M8a circle stim</a:t>
            </a:r>
          </a:p>
        </p:txBody>
      </p:sp>
      <p:pic>
        <p:nvPicPr>
          <p:cNvPr id="5" name="Picture 4" descr="sec4_3_korean_vs_english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1840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Korean (공/원/행성): cross-label ordering preserved 4/5 models.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 has biggest swing (avg |Δ| = 0.11) — Vicuna's Korean coverage is weakest.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Japanese (ボール/円/惑星): tests different mechanism — Qwen genuinely engages JA (label-echo 85-91%); LLaVA-1.5 translates kanji to English internally; Idefics2 falls back to Chinese on 惑星 (24% of responses).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Scorer extended to KO/JA/CN substring matching (51 → 54 cases).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§4.7 — Per-axis RC: saturation as decision-stability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cue_level is the dominant decision stabilizer for non-CLIP models</a:t>
            </a:r>
          </a:p>
        </p:txBody>
      </p:sp>
      <p:pic>
        <p:nvPicPr>
          <p:cNvPr id="5" name="Picture 4" descr="sec4_7_rc_per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2585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Saturated models (Qwen 0.84→1.00, Idefics2 0.88→0.99, InternVL3 0.89→0.98) converge to same PMR call across 5 seeds when cues fire.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CLIP-based models (LLaVA-1.5 / LLaVA-Next) retain seed-level variance even under strong cues.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Saturation is not just a behavioral PMR ceiling but also a decision-stability ceiling — separate signature of H-encoder-saturation.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§4.10 — Cross-model attention to visual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Last-token attention varies architecturally despite all 5 LMs receiving 79–98% visual tokens</a:t>
            </a:r>
          </a:p>
        </p:txBody>
      </p:sp>
      <p:pic>
        <p:nvPicPr>
          <p:cNvPr id="5" name="Picture 4" descr="session_attention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3722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Qwen ~17%, LLaVA-1.5 ~7%, Idefics2 ~30%.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Visual attention peaks at mid-layers in all models.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Cross-model architecture difference, not encoder difference: attention allocation is a downstream LM-side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§4.11 — Categorical regime distribution under saturation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kinetic / static / abstract / ambiguous fractions per (model × category × label_role)</a:t>
            </a:r>
          </a:p>
        </p:txBody>
      </p:sp>
      <p:pic>
        <p:nvPicPr>
          <p:cNvPr id="5" name="Picture 4" descr="sec4_11_regime_distributio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8516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Granular form of M9 H7 finding.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InternVL3 person × exotic (statue): PMR drops 0.800 → 0.481, 65% static — strongest single label-driven static commit.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 most regime-discriminative.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Categorical view reveals the KIND of commitment, not just whether the model commits.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Hypothesis scorecard — final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Original H1-H7 + named H- hypotheses derived during the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evidence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H1 (S-curve)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supported, unsaturated-only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 (Qwen, compressed) + M6 r1 (LLaVA clean) + M8a (LLaVA 4/5)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H2 (label prior)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validated, encoder-anchored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M4b (Qwen) + M6 r1 (LLaVA) + M6 r2a (InternVL3)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H4 (open vs FC)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(Qwen-only at M2)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M2: 22-32 pp gap; cross-model untested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H5 (ground)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mixed (Qwen-only)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M2: bg +21 vs obj +9; cross-model untested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H6 (cast shadow)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supported, revised (Qwen-only)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M2: arrow alone also saturates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H7 (label selects regime)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validated, cross-category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 (Qwen GAR) + M5a-ext + M6 r1+r2a (circle) + M8d LLaVA 3/3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H-boomerang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Qwen-scoped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M3 (Qwen): AUC 1.0; refuted on LLaVA-1.5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H-encoder-saturation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architecture-level confirmed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M9 5-model bootstrap (3 stim)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H-LM-modulation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suggested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M9 Idefics2 M8d H7 CI touches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H-locus (mid-LM)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(Qwen-only)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M5a (Qwen): L10 α=40 only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H-direction-bidirectional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(Qwen-only)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M5a-ext Exp 3 (Qwen)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H-direction-specificity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(Qwen-only, §4.6)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5/5 v_L10 vs 0/15 random (Qwen)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34">
                <a:tc>
                  <a:txBody>
                    <a:bodyPr/>
                    <a:lstStyle/>
                    <a:p>
                      <a:r>
                        <a:rPr sz="1100"/>
                        <a:t>H-shortcut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(Qwen-only, §4.6)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Pixel-encodable on Qwen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Limitations carried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What's still open / honest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Single-task: 'next-state-prediction prompt' is the only behavioral readout.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Programmatic stim makes encoder AUC = 1.0 trivial. M8c photos partially address this; richer photo distributions still open.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v_L10 is a 1-d axis from PCA over a labeled stim distribution. Multi-direction decomposition (§4.6 limitation) is open.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§4.6 cross-model: each model needs its own M5a-style v_L10 computation (not yet done for LLaVA / Idefics2 / InternVL3).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M5b (SIP / activation patching / SAE) is the major mechanism gap.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M7 Prolific human baseline not yet collected.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H-LM-modulation suggested only; clean LM-only counterfactual would need a same-encoder LM-swap.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Open backlog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Roadmap §3 status as of 2026-04-26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53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M5b — SIP / activation patching / SAE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Major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Optional / next paper-section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§4.4 — Michotte 2-frame causality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New investigation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2-image prompt infra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§4.6 cross-model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per-model v_L10 (M5a-style on each)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§4.8 — PMR scaling (Qwen 32B / 72B)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Scale check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new large-model loads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M7 — Prolific human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 raters × 50 stim, ~$200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200"/>
                        <a:t>M7 — paper draft (EMNLP / NeurIPS)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Writing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Outline ready (this PPT)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Three paper-grade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Architecture-level reframe of physics-mode reading: 5-model × 3-stim bootstrap-CI evidence that encoder family alone doesn't determine PMR ceiling. The 2-CLIP-point insight (LLaVA-1.5 0.18 vs LLaVA-Next 0.70) is the cleanest disconfirmer.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Causal localization of physics-mode reading: M5a flips behavior at exactly LM L10 with α=40. M5a-ext shows v_L10 is a regime axis (+α kinetic, −α static), not a binary toggle.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v_L10 is encodable in the image: §4.6 pixel-space gradient ascent produces 5/5 PMR flips at ε=0.05 with 0/15 random-direction controls. The shortcut path can be 'spelled' in pixels.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Plus: cross-shape (M8a) + cross-category (M8d) + photo-collapse (M8c) + multilingual (§4.3) + decision-stability ceiling (§4.7) + regime distribution (§4.11) — all consistent with the architecture reframe.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2E4A7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</a:rPr>
              <a:t>Questions / discussion / next-step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Repo: github.com/namam3gy/physical-mode-activation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